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10-minute overview — what we built, why it matters, and what's still coming.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old designlogisticsinc.com site was working against us. Not findable, didn't look premium, gave visitors no reason to stay or reach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two versions sharing the same brand. The full site handles research-driven clients. The one-page is for ad spend and fast introductions. We'll revisit which should be primary later in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of this as putting up a proper sign. Before, we had no sign at all. The one open question is confirming our exact service area with Michelle — that directly affects how far our Google reach extends.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the site to work for everyone — including people who rely on screen readers or keyboard navigation. Beyond doing the right thing, accessible sites rank higher on Google and reach a broader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Interior designers and hospitality managers get pitched by logistics companies constantly. Being upfront about pricing is a differentiator. It saves everyone time and builds immediate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on this list is days, not weeks. The site is live and fully functional — this is finishing work. The biggest dependency is email server settings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both for good reason — but the one-page site is proving to be the cleaner, more focused experience. Less maintenance, less confusion for visitors, and a natural fit for any ad spend. The recommendation is to keep both for now while we gather data, then evaluate making the one-page the primary destination.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new site is a sales tool. Every decision — pricing page, audience-specific pages, mobile design, accessibility — was made to reduce the distance between a potential client finding us and picking up the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57200" cy="6748272"/>
          </a:xfrm>
          <a:prstGeom prst="rect">
            <a:avLst/>
          </a:prstGeom>
          <a:solidFill>
            <a:srgbClr val="FA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41E2A"/>
                </a:solidFill>
              </a:rPr>
              <a:t>OUR NEW DIGITAL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A1A1A"/>
                </a:solidFill>
              </a:rPr>
              <a:t>Platinum One Logistics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555555"/>
                </a:solidFill>
              </a:rPr>
              <a:t>Website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3931920"/>
            <a:ext cx="1005840" cy="50292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99999"/>
                </a:solidFill>
              </a:rPr>
              <a:t>April 2026  ·  Presented by Michelle Casanova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1E2A"/>
                </a:solidFill>
              </a:rPr>
              <a:t>WHERE WE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The Old Site Was Holding Us 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640080" cy="50292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664208"/>
            <a:ext cx="146304" cy="146304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Hard to Find on Google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Zero search setup — the old site was invisible when potential clients searched for our services.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743200"/>
            <a:ext cx="146304" cy="146304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334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Looked Outdated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80944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The design was years old and did not reflect the premium, white-glove service we actually deliver.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22192"/>
            <a:ext cx="146304" cy="146304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1246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No Pricing, No Detail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59936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Clients had no way to understand our services or rates without picking up the phone first.</a:t>
            </a:r>
          </a:p>
        </p:txBody>
      </p:sp>
      <p:pic>
        <p:nvPicPr>
          <p:cNvPr id="15" name="Picture 14" descr="_c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74320"/>
            <a:ext cx="6126480" cy="69760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760720" y="5989320"/>
            <a:ext cx="6126480" cy="502920"/>
          </a:xfrm>
          <a:prstGeom prst="rect">
            <a:avLst/>
          </a:prstGeom>
          <a:solidFill>
            <a:srgbClr val="F0F0F0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603504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Generic  •  Dated  •  No pricing  •  Not mobile-friendly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1E2A"/>
                </a:solidFill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</a:rPr>
              <a:t>Two Sites, One Brand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0" y="1298448"/>
            <a:ext cx="640080" cy="50292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48640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1E2A"/>
                </a:solidFill>
              </a:rPr>
              <a:t>FULL WEBSITE — 7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</a:rPr>
              <a:t>Built to Inform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670048"/>
            <a:ext cx="118872" cy="118872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7860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Home, Services, Who We Serve, About, Rates, Gallery, Contact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081528"/>
            <a:ext cx="118872" cy="118872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9008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Full detail on every service and audience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493008"/>
            <a:ext cx="118872" cy="118872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0156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Best for clients who want to research before calling</a:t>
            </a:r>
          </a:p>
        </p:txBody>
      </p:sp>
      <p:pic>
        <p:nvPicPr>
          <p:cNvPr id="15" name="Picture 14" descr="_c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31920"/>
            <a:ext cx="5349240" cy="224626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309360" y="1554480"/>
            <a:ext cx="5486400" cy="5029200"/>
          </a:xfrm>
          <a:prstGeom prst="rect">
            <a:avLst/>
          </a:prstGeom>
          <a:solidFill>
            <a:srgbClr val="FF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719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1E2A"/>
                </a:solidFill>
              </a:rPr>
              <a:t>ONE-PAGE 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</a:rPr>
              <a:t>Built to Convert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70048"/>
            <a:ext cx="118872" cy="118872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257860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Single scrolling page — same brand, same content</a:t>
            </a:r>
          </a:p>
        </p:txBody>
      </p:sp>
      <p:sp>
        <p:nvSpPr>
          <p:cNvPr id="21" name="Oval 20"/>
          <p:cNvSpPr/>
          <p:nvPr/>
        </p:nvSpPr>
        <p:spPr>
          <a:xfrm>
            <a:off x="6537960" y="3081528"/>
            <a:ext cx="118872" cy="118872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99008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Designed for ad campaigns and quick pitches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3493008"/>
            <a:ext cx="118872" cy="118872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340156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One clear path: learn → contact us</a:t>
            </a:r>
          </a:p>
        </p:txBody>
      </p:sp>
      <p:pic>
        <p:nvPicPr>
          <p:cNvPr id="25" name="Picture 24" descr="onepage_se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931920"/>
            <a:ext cx="5349240" cy="48957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1E2A"/>
                </a:solidFill>
              </a:rPr>
              <a:t>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</a:rPr>
              <a:t>Built to Show Up on Google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640080" cy="50292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664208"/>
            <a:ext cx="146304" cy="146304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Search-Ready from Day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Every page is set up so Google knows exactly who we are, what we do, and where we work. The old site had none of this.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761488"/>
            <a:ext cx="146304" cy="146304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Targeting the Right Audiences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9923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Dedicated pages for Interior Designers, Hospitality, Model Homes, and Relocation — built for how each audience actually searches.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58768"/>
            <a:ext cx="146304" cy="146304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49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One Item Still to 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9651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We currently say 'Georgia' on the site. Confirming our actual service area (the greater Southeast) significantly extends our Google reach.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457200"/>
            <a:ext cx="5394960" cy="6217920"/>
          </a:xfrm>
          <a:prstGeom prst="rect">
            <a:avLst/>
          </a:prstGeom>
          <a:solidFill>
            <a:srgbClr val="F5F5F5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6217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41E2A"/>
                </a:solidFill>
              </a:rPr>
              <a:t>AUDIENCES WE NOW REACH ON GOOGLE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143000"/>
            <a:ext cx="50292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2344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</a:rPr>
              <a:t>Interior Designers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61848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D4ED8"/>
                </a:solidFill>
              </a:rPr>
              <a:t>"white-glove logistics for interior designers"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331720"/>
            <a:ext cx="50292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42316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</a:rPr>
              <a:t>Hospitality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072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D4ED8"/>
                </a:solidFill>
              </a:rPr>
              <a:t>"hotel FF&amp;E installation Southeast"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3520440"/>
            <a:ext cx="50292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6118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</a:rPr>
              <a:t>Model Homes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9592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D4ED8"/>
                </a:solidFill>
              </a:rPr>
              <a:t>"model home staging logistics Georgia"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709160"/>
            <a:ext cx="50292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480060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</a:rPr>
              <a:t>Relocation Clients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18464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D4ED8"/>
                </a:solidFill>
              </a:rPr>
              <a:t>"luxury relocation white-glove service"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1E2A"/>
                </a:solidFill>
              </a:rPr>
              <a:t>ACCESSIBILITY &amp;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1A1A"/>
                </a:solidFill>
              </a:rPr>
              <a:t>Works for Everyone, Everywhere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1298448"/>
            <a:ext cx="640080" cy="50292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mepage_mobil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2271369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0" y="1645920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1E2A"/>
                </a:solidFill>
              </a:rPr>
              <a:t>LOOKS GREAT ON ANY 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01168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Phone, tablet, or desktop — the site adapts perfectly. The old site was designed for desktop only and broke on mobile devices.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971800"/>
            <a:ext cx="4114800" cy="50292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3108960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1E2A"/>
                </a:solidFill>
              </a:rPr>
              <a:t>BUILT FOR EVERY VISITOR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3611880"/>
            <a:ext cx="118872" cy="118872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52044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Optimized for visitors who are visually impaired or use screen readers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85876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People who cannot see images or use a mouse can still navigate, read, and contact us.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0" y="4507992"/>
            <a:ext cx="118872" cy="118872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4416552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Works with keyboard-only navigation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7548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Clients who cannot use a mouse can still browse the full site and submit a quote request.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0" y="5404104"/>
            <a:ext cx="118872" cy="118872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5312664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Meets the standard expected of professional business websites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650992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Accessibility also signals quality to Google — sites that work for everyone rank higher in search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1E2A"/>
                </a:solidFill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</a:rPr>
              <a:t>No More
"Call Us for Pricing"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29968"/>
            <a:ext cx="640080" cy="50292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5486400" cy="1234440"/>
          </a:xfrm>
          <a:prstGeom prst="rect">
            <a:avLst/>
          </a:prstGeom>
          <a:solidFill>
            <a:srgbClr val="FFF0F0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</a:rPr>
              <a:t>"Clients who see pricing upfront are more likely to reach out — because they already know we're in their budget."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3703320"/>
            <a:ext cx="118872" cy="118872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Delivery zone rates and crew sizes — clearly listed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4206240"/>
            <a:ext cx="118872" cy="118872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Warehouse pricing — clearly listed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709160"/>
            <a:ext cx="118872" cy="118872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Downloadable rate sheet is one click away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5212080"/>
            <a:ext cx="118872" cy="118872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12064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Being upfront about pricing sets us apart from competitors</a:t>
            </a:r>
          </a:p>
        </p:txBody>
      </p:sp>
      <p:pic>
        <p:nvPicPr>
          <p:cNvPr id="16" name="Picture 15" descr="_c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65760"/>
            <a:ext cx="5669280" cy="46180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1E2A"/>
                </a:solidFill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1A1A"/>
                </a:solidFill>
              </a:rPr>
              <a:t>Almost There — Here's What's Left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298448"/>
            <a:ext cx="640080" cy="50292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99"/>
                </a:solidFill>
              </a:rPr>
              <a:t>ITEM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6002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99"/>
                </a:solidFill>
              </a:rPr>
              <a:t>OWNER /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002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99"/>
                </a:solidFill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11247120" cy="18288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93392"/>
            <a:ext cx="11247120" cy="658368"/>
          </a:xfrm>
          <a:prstGeom prst="rect">
            <a:avLst/>
          </a:prstGeom>
          <a:solidFill>
            <a:srgbClr val="F5F5F5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2140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Contact form — live email sending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1214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IT team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2221992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7344" y="21214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97706"/>
                </a:solidFill>
              </a:rPr>
              <a:t>Waiting on email server settings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97480"/>
            <a:ext cx="112471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25496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Service coverage area copy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82549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Michelle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0" y="2926080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282549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97706"/>
                </a:solidFill>
              </a:rPr>
              <a:t>Confirm exact states we serve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01568"/>
            <a:ext cx="11247120" cy="658368"/>
          </a:xfrm>
          <a:prstGeom prst="rect">
            <a:avLst/>
          </a:prstGeom>
          <a:solidFill>
            <a:srgbClr val="F5F5F5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529584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Years in business on the site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5295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Michelle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0" y="3630168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67344" y="35295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97706"/>
                </a:solidFill>
              </a:rPr>
              <a:t>Confirm the number (25+ years?)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05656"/>
            <a:ext cx="112471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3367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Google Analytics — traffic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23367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One-time setup — 30 min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0" y="4334256"/>
            <a:ext cx="146304" cy="14630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67344" y="42336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</a:rPr>
              <a:t>Ready to action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09744"/>
            <a:ext cx="11247120" cy="658368"/>
          </a:xfrm>
          <a:prstGeom prst="rect">
            <a:avLst/>
          </a:prstGeom>
          <a:solidFill>
            <a:srgbClr val="F5F5F5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9377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Google Maps business listing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937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One-time setup</a:t>
            </a:r>
          </a:p>
        </p:txBody>
      </p:sp>
      <p:sp>
        <p:nvSpPr>
          <p:cNvPr id="33" name="Oval 32"/>
          <p:cNvSpPr/>
          <p:nvPr/>
        </p:nvSpPr>
        <p:spPr>
          <a:xfrm>
            <a:off x="8229600" y="5038344"/>
            <a:ext cx="146304" cy="14630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67344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</a:rPr>
              <a:t>Ready to action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513832"/>
            <a:ext cx="112471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64184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Truck photo — rebrand the logo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56418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AI image edit</a:t>
            </a:r>
          </a:p>
        </p:txBody>
      </p:sp>
      <p:sp>
        <p:nvSpPr>
          <p:cNvPr id="38" name="Oval 37"/>
          <p:cNvSpPr/>
          <p:nvPr/>
        </p:nvSpPr>
        <p:spPr>
          <a:xfrm>
            <a:off x="8229600" y="5742432"/>
            <a:ext cx="146304" cy="14630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67344" y="56418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4ED8"/>
                </a:solidFill>
              </a:rPr>
              <a:t>In progress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1E2A"/>
                </a:solidFill>
              </a:rPr>
              <a:t>A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</a:rPr>
              <a:t>Should the One-Page Site Become Our Primary Home?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298448"/>
            <a:ext cx="640080" cy="50292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303520" cy="4160520"/>
          </a:xfrm>
          <a:prstGeom prst="rect">
            <a:avLst/>
          </a:prstGeom>
          <a:solidFill>
            <a:srgbClr val="F5F5F5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</a:rPr>
              <a:t>TRADITIONAL MULTI-PAGE SITE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94560"/>
            <a:ext cx="109728" cy="109728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7 pages to maintain separately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43200"/>
            <a:ext cx="109728" cy="109728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Visitors can get lost navigating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91840"/>
            <a:ext cx="109728" cy="109728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Each page needs its own SEO upkeep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840479"/>
            <a:ext cx="109728" cy="109728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49039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More complex to update over time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389120"/>
            <a:ext cx="109728" cy="109728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97680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Ad campaigns link to homepage, not a focused page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508760"/>
            <a:ext cx="5943600" cy="4160520"/>
          </a:xfrm>
          <a:prstGeom prst="rect">
            <a:avLst/>
          </a:prstGeom>
          <a:solidFill>
            <a:srgbClr val="FF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1508760"/>
            <a:ext cx="73152" cy="416052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0" y="1572768"/>
            <a:ext cx="3200400" cy="320040"/>
          </a:xfrm>
          <a:prstGeom prst="round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RECOMMENDED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9202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1E2A"/>
                </a:solidFill>
              </a:rPr>
              <a:t>ONE-PAGE SITE</a:t>
            </a:r>
          </a:p>
        </p:txBody>
      </p:sp>
      <p:sp>
        <p:nvSpPr>
          <p:cNvPr id="22" name="Oval 21"/>
          <p:cNvSpPr/>
          <p:nvPr/>
        </p:nvSpPr>
        <p:spPr>
          <a:xfrm>
            <a:off x="6126480" y="2468880"/>
            <a:ext cx="109728" cy="109728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37744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Single page — one scroll, one decision: contact us</a:t>
            </a:r>
          </a:p>
        </p:txBody>
      </p:sp>
      <p:sp>
        <p:nvSpPr>
          <p:cNvPr id="24" name="Oval 23"/>
          <p:cNvSpPr/>
          <p:nvPr/>
        </p:nvSpPr>
        <p:spPr>
          <a:xfrm>
            <a:off x="6126480" y="3017520"/>
            <a:ext cx="109728" cy="109728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92608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No navigation confusion — visitors stay focused</a:t>
            </a:r>
          </a:p>
        </p:txBody>
      </p:sp>
      <p:sp>
        <p:nvSpPr>
          <p:cNvPr id="26" name="Oval 25"/>
          <p:cNvSpPr/>
          <p:nvPr/>
        </p:nvSpPr>
        <p:spPr>
          <a:xfrm>
            <a:off x="6126480" y="3566160"/>
            <a:ext cx="109728" cy="109728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47472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Simpler to maintain — update once, done everywhere</a:t>
            </a:r>
          </a:p>
        </p:txBody>
      </p:sp>
      <p:sp>
        <p:nvSpPr>
          <p:cNvPr id="28" name="Oval 27"/>
          <p:cNvSpPr/>
          <p:nvPr/>
        </p:nvSpPr>
        <p:spPr>
          <a:xfrm>
            <a:off x="6126480" y="4114799"/>
            <a:ext cx="109728" cy="109728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023359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Perfect for ad spend — link directly to it</a:t>
            </a:r>
          </a:p>
        </p:txBody>
      </p:sp>
      <p:sp>
        <p:nvSpPr>
          <p:cNvPr id="30" name="Oval 29"/>
          <p:cNvSpPr/>
          <p:nvPr/>
        </p:nvSpPr>
        <p:spPr>
          <a:xfrm>
            <a:off x="6126480" y="4663440"/>
            <a:ext cx="109728" cy="109728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57200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Same content, same brand — no loss of information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760720"/>
            <a:ext cx="11475720" cy="804672"/>
          </a:xfrm>
          <a:prstGeom prst="rect">
            <a:avLst/>
          </a:prstGeom>
          <a:solidFill>
            <a:srgbClr val="C41E2A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83387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Our Recommendation:  After 6–12 months of traffic data, consider making the one-page site the primary web presence.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1E2A"/>
                </a:solidFill>
              </a:rPr>
              <a:t>THE 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1A1A"/>
                </a:solidFill>
              </a:rPr>
              <a:t>What This Means for the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1298448"/>
            <a:ext cx="640080" cy="50292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65760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41E2A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60320"/>
            <a:ext cx="457200" cy="50292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</a:rPr>
              <a:t>More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7355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We now show up where our clients are searching.
The old site did not.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691640"/>
            <a:ext cx="365760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87451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41E2A"/>
                </a:solidFill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99432" y="2560320"/>
            <a:ext cx="457200" cy="50292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69748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</a:rPr>
              <a:t>Better First Impression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27355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The site reflects the quality of work we deliver.
Designers and hospitality clients will take us seriously.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4" y="1691640"/>
            <a:ext cx="365760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13064" y="187451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41E2A"/>
                </a:solidFill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13064" y="2560320"/>
            <a:ext cx="457200" cy="50292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3064" y="269748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</a:rPr>
              <a:t>Less Friction for New Clients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327355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Pricing is visible, services are clear, quote request
is on every page. Getting in touch is easy.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644652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99"/>
                </a:solidFill>
              </a:rPr>
              <a:t>Estimated fully complete within 2 weeks of receiving the remaining information from the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